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6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METALS AND NON-METALS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Pure substance is made up of the same kind of particles </a:t>
            </a:r>
            <a:r>
              <a:rPr lang="en-US" dirty="0" err="1" smtClean="0"/>
              <a:t>e.g</a:t>
            </a:r>
            <a:r>
              <a:rPr lang="en-US" dirty="0" smtClean="0"/>
              <a:t> gold</a:t>
            </a:r>
          </a:p>
          <a:p>
            <a:r>
              <a:rPr lang="en-US" dirty="0" smtClean="0"/>
              <a:t>A mixture is a combination of two or more substances that do not react chemically and can be separated physically</a:t>
            </a:r>
          </a:p>
          <a:p>
            <a:r>
              <a:rPr lang="en-US" dirty="0" smtClean="0"/>
              <a:t>Compound is a substance made up of two or more substances that are chemically combined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Periodic table of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Elements are arranged in order of increasing </a:t>
            </a:r>
            <a:r>
              <a:rPr lang="en-US" b="1" dirty="0" smtClean="0"/>
              <a:t>atomic</a:t>
            </a:r>
            <a:r>
              <a:rPr lang="en-US" dirty="0" smtClean="0"/>
              <a:t> </a:t>
            </a:r>
            <a:r>
              <a:rPr lang="en-US" b="1" dirty="0" smtClean="0"/>
              <a:t>number</a:t>
            </a:r>
          </a:p>
          <a:p>
            <a:r>
              <a:rPr lang="en-US" dirty="0" smtClean="0"/>
              <a:t>Vertical columns of elements with similar properties are called </a:t>
            </a:r>
            <a:r>
              <a:rPr lang="en-US" b="1" dirty="0" smtClean="0"/>
              <a:t>group</a:t>
            </a:r>
          </a:p>
          <a:p>
            <a:r>
              <a:rPr lang="en-US" dirty="0" smtClean="0"/>
              <a:t>Horizontal rows are called </a:t>
            </a:r>
            <a:r>
              <a:rPr lang="en-US" b="1" dirty="0" smtClean="0"/>
              <a:t>periods </a:t>
            </a:r>
          </a:p>
          <a:p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Periodic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okeo la picha la periodic table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524000"/>
            <a:ext cx="7772400" cy="42957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Metals and non- metals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 smtClean="0"/>
              <a:t>Properties of metals</a:t>
            </a:r>
          </a:p>
          <a:p>
            <a:r>
              <a:rPr lang="en-US" sz="2400" b="1" dirty="0" smtClean="0"/>
              <a:t>Hardness</a:t>
            </a:r>
            <a:endParaRPr lang="en-US" sz="2400" b="1" dirty="0" smtClean="0"/>
          </a:p>
          <a:p>
            <a:r>
              <a:rPr lang="en-US" sz="2400" dirty="0" smtClean="0"/>
              <a:t>Conduct </a:t>
            </a:r>
            <a:r>
              <a:rPr lang="en-US" sz="2400" b="1" dirty="0" smtClean="0"/>
              <a:t>Electrical</a:t>
            </a:r>
            <a:r>
              <a:rPr lang="en-US" sz="2400" dirty="0" smtClean="0"/>
              <a:t> and have good </a:t>
            </a:r>
            <a:r>
              <a:rPr lang="en-US" sz="2400" b="1" dirty="0" smtClean="0"/>
              <a:t>thermal</a:t>
            </a:r>
            <a:r>
              <a:rPr lang="en-US" sz="2400" dirty="0" smtClean="0"/>
              <a:t> </a:t>
            </a:r>
            <a:r>
              <a:rPr lang="en-US" sz="2400" b="1" dirty="0" smtClean="0"/>
              <a:t>conductivity</a:t>
            </a:r>
          </a:p>
          <a:p>
            <a:r>
              <a:rPr lang="en-US" sz="2400" dirty="0" smtClean="0"/>
              <a:t>Have high </a:t>
            </a:r>
            <a:r>
              <a:rPr lang="en-US" sz="2400" b="1" dirty="0" smtClean="0"/>
              <a:t>density</a:t>
            </a:r>
          </a:p>
          <a:p>
            <a:r>
              <a:rPr lang="en-US" sz="2400" b="1" dirty="0" smtClean="0"/>
              <a:t>Malleability</a:t>
            </a:r>
            <a:r>
              <a:rPr lang="en-US" sz="2400" dirty="0" smtClean="0"/>
              <a:t> and </a:t>
            </a:r>
            <a:r>
              <a:rPr lang="en-US" sz="2400" b="1" dirty="0" smtClean="0"/>
              <a:t>elasticity</a:t>
            </a:r>
            <a:r>
              <a:rPr lang="en-US" sz="2400" dirty="0" smtClean="0"/>
              <a:t> -Are malleable </a:t>
            </a:r>
            <a:r>
              <a:rPr lang="en-US" sz="2400" dirty="0" err="1" smtClean="0"/>
              <a:t>i.e</a:t>
            </a:r>
            <a:r>
              <a:rPr lang="en-US" sz="2400" dirty="0" smtClean="0"/>
              <a:t> can </a:t>
            </a:r>
            <a:r>
              <a:rPr lang="en-US" sz="2400" dirty="0" smtClean="0"/>
              <a:t>be hammered and </a:t>
            </a:r>
            <a:r>
              <a:rPr lang="en-US" sz="2400" dirty="0" smtClean="0"/>
              <a:t>rolled into </a:t>
            </a:r>
            <a:r>
              <a:rPr lang="en-US" sz="2400" dirty="0" smtClean="0"/>
              <a:t>sheet without breaking</a:t>
            </a:r>
          </a:p>
          <a:p>
            <a:r>
              <a:rPr lang="en-US" sz="2400" dirty="0" smtClean="0"/>
              <a:t>Elasticity – some are able to return to their old or original shape after stretching </a:t>
            </a:r>
            <a:r>
              <a:rPr lang="en-US" sz="2400" dirty="0" err="1" smtClean="0"/>
              <a:t>e.g</a:t>
            </a:r>
            <a:r>
              <a:rPr lang="en-US" sz="2400" dirty="0" smtClean="0"/>
              <a:t> spring</a:t>
            </a:r>
            <a:endParaRPr lang="en-US" sz="2400" dirty="0" smtClean="0"/>
          </a:p>
          <a:p>
            <a:r>
              <a:rPr lang="en-US" sz="2400" dirty="0" smtClean="0"/>
              <a:t>Have high </a:t>
            </a:r>
            <a:r>
              <a:rPr lang="en-US" sz="2400" b="1" dirty="0" smtClean="0"/>
              <a:t>tensile</a:t>
            </a:r>
            <a:r>
              <a:rPr lang="en-US" sz="2400" dirty="0" smtClean="0"/>
              <a:t> </a:t>
            </a:r>
            <a:r>
              <a:rPr lang="en-US" sz="2400" b="1" dirty="0" smtClean="0"/>
              <a:t>strength-</a:t>
            </a:r>
            <a:r>
              <a:rPr lang="en-US" sz="2400" dirty="0" smtClean="0"/>
              <a:t> </a:t>
            </a:r>
            <a:r>
              <a:rPr lang="en-US" sz="2400" dirty="0" err="1" smtClean="0"/>
              <a:t>i.e</a:t>
            </a:r>
            <a:r>
              <a:rPr lang="en-US" sz="2400" dirty="0" smtClean="0"/>
              <a:t> do not break easily under normal forces  and therefore they can be stretched into wires (</a:t>
            </a:r>
            <a:r>
              <a:rPr lang="en-US" sz="2400" b="1" dirty="0" smtClean="0"/>
              <a:t>ductility</a:t>
            </a:r>
            <a:r>
              <a:rPr lang="en-US" sz="2400" dirty="0" smtClean="0"/>
              <a:t>)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Difference</a:t>
            </a:r>
            <a:r>
              <a:rPr lang="en-US" sz="3200" dirty="0" smtClean="0"/>
              <a:t> between metals and non-metals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914400" y="1447800"/>
          <a:ext cx="7772400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Metals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Non-metals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Are solids</a:t>
                      </a:r>
                      <a:r>
                        <a:rPr lang="en-US" baseline="0" dirty="0" smtClean="0"/>
                        <a:t> at room temperature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Are liquid or gases at room temperature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Are hard and strong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Are soft and brittle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Have </a:t>
                      </a:r>
                      <a:r>
                        <a:rPr lang="en-US" dirty="0" err="1" smtClean="0"/>
                        <a:t>lustre</a:t>
                      </a:r>
                      <a:r>
                        <a:rPr lang="en-US" dirty="0" smtClean="0"/>
                        <a:t>- shiny appearance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Have dull surfaces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Have high melting point and boiling points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Have low melting</a:t>
                      </a:r>
                      <a:r>
                        <a:rPr lang="en-US" baseline="0" dirty="0" smtClean="0"/>
                        <a:t> and boiling points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Produce a ringing sound when struck they are sonorous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Produces no sound when struck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Have high density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Have low density 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Have high tensile strength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Have low tensile strength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Are malleable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Are</a:t>
                      </a:r>
                      <a:r>
                        <a:rPr lang="en-US" baseline="0" dirty="0" smtClean="0"/>
                        <a:t> non-malleable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Are ductile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Are non-ductile</a:t>
                      </a:r>
                      <a:endParaRPr lang="en-US" dirty="0"/>
                    </a:p>
                  </a:txBody>
                  <a:tcPr marL="86360" marR="8636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Are good conductors of heat and </a:t>
                      </a:r>
                      <a:r>
                        <a:rPr lang="en-US" dirty="0" err="1" smtClean="0"/>
                        <a:t>e,ectricity</a:t>
                      </a:r>
                      <a:endParaRPr lang="en-US" dirty="0"/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Are</a:t>
                      </a:r>
                      <a:r>
                        <a:rPr lang="en-US" baseline="0" dirty="0" smtClean="0"/>
                        <a:t> poor conductors of heat and electricity</a:t>
                      </a:r>
                      <a:endParaRPr lang="en-US" dirty="0"/>
                    </a:p>
                  </a:txBody>
                  <a:tcPr marL="86360" marR="8636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metals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Jewellery</a:t>
            </a:r>
            <a:r>
              <a:rPr lang="en-US" dirty="0" smtClean="0"/>
              <a:t> .</a:t>
            </a:r>
            <a:r>
              <a:rPr lang="en-US" dirty="0" err="1" smtClean="0"/>
              <a:t>eg</a:t>
            </a:r>
            <a:r>
              <a:rPr lang="en-US" dirty="0" smtClean="0"/>
              <a:t> gold and silver </a:t>
            </a:r>
          </a:p>
          <a:p>
            <a:r>
              <a:rPr lang="en-US" dirty="0" smtClean="0"/>
              <a:t>Construction </a:t>
            </a:r>
            <a:r>
              <a:rPr lang="en-US" dirty="0" err="1" smtClean="0"/>
              <a:t>e.g</a:t>
            </a:r>
            <a:r>
              <a:rPr lang="en-US" dirty="0" smtClean="0"/>
              <a:t> iron</a:t>
            </a:r>
          </a:p>
          <a:p>
            <a:r>
              <a:rPr lang="en-US" dirty="0" smtClean="0"/>
              <a:t>Making doors and windows </a:t>
            </a:r>
            <a:r>
              <a:rPr lang="en-US" dirty="0" err="1" smtClean="0"/>
              <a:t>e.g</a:t>
            </a:r>
            <a:r>
              <a:rPr lang="en-US" dirty="0" smtClean="0"/>
              <a:t> </a:t>
            </a:r>
            <a:r>
              <a:rPr lang="en-US" dirty="0" err="1" smtClean="0"/>
              <a:t>aluminium</a:t>
            </a:r>
            <a:r>
              <a:rPr lang="en-US" dirty="0" smtClean="0"/>
              <a:t> is used in making door frames and windows</a:t>
            </a:r>
          </a:p>
          <a:p>
            <a:r>
              <a:rPr lang="en-US" dirty="0" smtClean="0"/>
              <a:t>Coins and medals </a:t>
            </a:r>
            <a:r>
              <a:rPr lang="en-US" dirty="0" err="1" smtClean="0"/>
              <a:t>e.g</a:t>
            </a:r>
            <a:r>
              <a:rPr lang="en-US" dirty="0" smtClean="0"/>
              <a:t> silver and gold</a:t>
            </a:r>
          </a:p>
          <a:p>
            <a:r>
              <a:rPr lang="en-US" dirty="0" smtClean="0"/>
              <a:t>Thermometers </a:t>
            </a:r>
            <a:r>
              <a:rPr lang="en-US" dirty="0" err="1" smtClean="0"/>
              <a:t>e.g</a:t>
            </a:r>
            <a:r>
              <a:rPr lang="en-US" dirty="0" smtClean="0"/>
              <a:t> mercury</a:t>
            </a:r>
          </a:p>
          <a:p>
            <a:r>
              <a:rPr lang="en-US" dirty="0" smtClean="0"/>
              <a:t>Galvanizing </a:t>
            </a:r>
            <a:r>
              <a:rPr lang="en-US" dirty="0" err="1" smtClean="0"/>
              <a:t>e.g</a:t>
            </a:r>
            <a:r>
              <a:rPr lang="en-US" dirty="0" smtClean="0"/>
              <a:t> </a:t>
            </a:r>
            <a:r>
              <a:rPr lang="en-US" dirty="0" err="1" smtClean="0"/>
              <a:t>ti</a:t>
            </a:r>
            <a:r>
              <a:rPr lang="en-US" dirty="0" smtClean="0"/>
              <a:t> and zinc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non-metals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Sulphur for making </a:t>
            </a:r>
            <a:r>
              <a:rPr lang="en-US" dirty="0" err="1" smtClean="0"/>
              <a:t>sulphuric</a:t>
            </a:r>
            <a:r>
              <a:rPr lang="en-US" dirty="0" smtClean="0"/>
              <a:t> acids</a:t>
            </a:r>
          </a:p>
          <a:p>
            <a:r>
              <a:rPr lang="en-US" dirty="0" smtClean="0"/>
              <a:t>Chlorine- for water purification</a:t>
            </a:r>
          </a:p>
          <a:p>
            <a:r>
              <a:rPr lang="en-US" dirty="0" smtClean="0"/>
              <a:t>Inert gases- </a:t>
            </a:r>
            <a:r>
              <a:rPr lang="en-US" dirty="0" err="1" smtClean="0"/>
              <a:t>e.g</a:t>
            </a:r>
            <a:r>
              <a:rPr lang="en-US" dirty="0" smtClean="0"/>
              <a:t> helium is used in weather balloons</a:t>
            </a:r>
          </a:p>
          <a:p>
            <a:r>
              <a:rPr lang="en-US" dirty="0" smtClean="0"/>
              <a:t>Neon- advertising signs</a:t>
            </a:r>
          </a:p>
          <a:p>
            <a:r>
              <a:rPr lang="en-US" dirty="0" smtClean="0"/>
              <a:t>Argon- used in electric bulbs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24</TotalTime>
  <Words>325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Equity</vt:lpstr>
      <vt:lpstr>METALS AND NON-METALS</vt:lpstr>
      <vt:lpstr>INTRODUCTION</vt:lpstr>
      <vt:lpstr>Periodic table of elements</vt:lpstr>
      <vt:lpstr>Periodic table</vt:lpstr>
      <vt:lpstr>Metals and non- metals</vt:lpstr>
      <vt:lpstr>Difference between metals and non-metals</vt:lpstr>
      <vt:lpstr>Uses of metals</vt:lpstr>
      <vt:lpstr>Uses of non-metals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METALS AND NON-METALS</dc:title>
  <dc:creator>ONESMUS</dc:creator>
  <cp:lastModifiedBy>ONESMUS</cp:lastModifiedBy>
  <cp:revision>4</cp:revision>
  <dcterms:created xsi:type="dcterms:W3CDTF">2006-08-16T00:00:00Z</dcterms:created>
  <dcterms:modified xsi:type="dcterms:W3CDTF">2018-03-16T08:40:24Z</dcterms:modified>
</cp:coreProperties>
</file>